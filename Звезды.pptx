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A0C4"/>
    <a:srgbClr val="EFDA45"/>
    <a:srgbClr val="DA5E8B"/>
    <a:srgbClr val="86C18B"/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>
      <p:cViewPr varScale="1">
        <p:scale>
          <a:sx n="91" d="100"/>
          <a:sy n="91" d="100"/>
        </p:scale>
        <p:origin x="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A1671-BBA7-B51B-6A03-0014D8BC4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038659-5835-128B-82E9-7CA1105F0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F92DD6-C5D4-0DEA-80F3-BD3FD76A6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9D9448-B69F-E227-B2FD-01F55976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AA2953-E55C-2D65-199B-524C31CA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04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3482B-EEBD-E8D5-EBF0-43380F1A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56937D-7319-FC46-C85B-6AFA0AE95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EA2FFC-EBCC-7B72-BCB8-1ACF7228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C43FF1-6428-8CC0-5786-6E527190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1D1E67-1B97-D0CF-08EB-745E3BE1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29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7F7FE-EAB3-71EF-C310-97C80988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3AA46-2E52-3E15-A92D-4D8A0AA46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C7F39-DF71-CB58-9E72-11DBEA70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CCFB46-CE0F-6BA9-B572-C729D580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A27DBA-3EE6-52F6-EFC0-BA2DE407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3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F87A9-63C3-DE8A-6789-CCC6C9920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14F2F-B5F3-49F2-0EF6-8BAA0A525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5B6362-D8B9-521F-0098-F17CCDDF4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50C843-F82B-36FC-7A66-FF933DBC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9A6D07-938D-2362-9326-93D05519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79AF79-8FEC-BC3D-C965-1824A907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74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36CA6-4E4B-2F38-6790-12CB7066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643AB0-CD75-A4FE-0C8F-15CDB1F32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85A1BF-61AB-DABF-632A-EA9E1AC7C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2CB615-12DB-6F79-1DC9-51098226E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A86DBC-1666-81FC-DF4C-352137C79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BD9426-5B4B-71E1-0040-3CB13AE3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1D66F9-C058-9455-D1B0-B898D7D4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1ED3E9-9C9C-0428-B9EA-1DFF76BC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04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29077-45E4-A031-1B98-4EC32095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0FBE1F-9C67-5533-2140-88E5FB8D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AA0C0C-073E-5982-D387-AF8CFC47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9480BA-3BA3-82FA-D135-9C4B87E7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2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56724DF-90BC-086D-6D7E-89C4F9D9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C0D731-1CA9-31EF-8C43-C65E1041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3BCD2-F6AD-5DDC-B4BA-8A524BE6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01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4C8CD-1855-6087-6AF3-E0453B33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4AB2D6-D379-7F9D-0D65-E4F7460F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CE5136-555F-E5B2-C32E-66A130609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55E838-FE79-C8D8-683F-9687CC5C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FFD547-3CA2-E878-4F8F-7BE146EE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88A923-75EA-97C9-4CF4-9C80D767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08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C2717-9FDD-F647-C7D1-22DF123B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9763C3A-5CA2-30CA-F29F-E9755CEA1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7FC02B-0499-8DE3-10C8-5FA2FEC73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064C0D-F938-07D3-1ADD-B80F2A61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C66D79-F531-C01D-1D20-73860357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CA1B66-09AC-4D83-0F7D-A468914D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31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9EB84-C647-14BC-2E4E-EFBFF019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CCC2C0-4E64-8D30-7D21-A56EE0784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AD60D-715F-7D60-D8A9-B7E6C7F6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3C2775-1B4D-81D6-E324-ACD0BAE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DA43F6-42E2-49B7-5BCD-D09D2268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70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3C33E6-679A-4261-4153-19709DD90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0CE173-ACD9-97AA-09B5-3F4A4B726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34FD83-EEDC-C88E-C716-AC52F5B0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F18B10-E0B7-98FC-70F2-07548F32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DE34F8-DC49-8D39-60C7-ADA9C974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04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1E532-A872-4928-EC99-29B4348B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1D4C45-E9F4-CE9F-208D-CF99F6C0D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153207-2E3B-0672-3A1A-69C31FC65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501E0-651A-0948-8273-680B89790D2B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3CF6B0-BFC0-CDC3-0FF0-35603D597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C8CB8E-8EC5-379E-4386-1F82C06B1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7BDA-FBBC-AF48-AED0-15ABCEACB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31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1C725-64FC-0D05-0659-7E91EB843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025" y="2235200"/>
            <a:ext cx="10501161" cy="2387600"/>
          </a:xfrm>
        </p:spPr>
        <p:txBody>
          <a:bodyPr>
            <a:normAutofit/>
          </a:bodyPr>
          <a:lstStyle/>
          <a:p>
            <a:r>
              <a:rPr lang="ru-RU" sz="4800" b="1" dirty="0" err="1">
                <a:latin typeface="Andale Mono" panose="020B0509000000000004" pitchFamily="49" charset="0"/>
              </a:rPr>
              <a:t>Команда:</a:t>
            </a:r>
            <a:r>
              <a:rPr lang="ru-RU" sz="4800" b="1" dirty="0" err="1">
                <a:solidFill>
                  <a:srgbClr val="DA5E8B"/>
                </a:solidFill>
                <a:latin typeface="Andale Mono" panose="020B0509000000000004" pitchFamily="49" charset="0"/>
              </a:rPr>
              <a:t>н</a:t>
            </a:r>
            <a:r>
              <a:rPr lang="ru-RU" sz="4800" b="1" dirty="0" err="1">
                <a:solidFill>
                  <a:srgbClr val="86C18B"/>
                </a:solidFill>
                <a:latin typeface="Andale Mono" panose="020B0509000000000004" pitchFamily="49" charset="0"/>
              </a:rPr>
              <a:t>а</a:t>
            </a:r>
            <a:r>
              <a:rPr lang="ru-RU" sz="4800" b="1" dirty="0" err="1">
                <a:solidFill>
                  <a:srgbClr val="65A0C4"/>
                </a:solidFill>
                <a:latin typeface="Andale Mono" panose="020B0509000000000004" pitchFamily="49" charset="0"/>
              </a:rPr>
              <a:t>з</a:t>
            </a:r>
            <a:r>
              <a:rPr lang="ru-RU" sz="4800" b="1" dirty="0" err="1">
                <a:solidFill>
                  <a:srgbClr val="86C18B"/>
                </a:solidFill>
                <a:latin typeface="Andale Mono" panose="020B0509000000000004" pitchFamily="49" charset="0"/>
              </a:rPr>
              <a:t>в</a:t>
            </a:r>
            <a:r>
              <a:rPr lang="ru-RU" sz="4800" b="1" dirty="0" err="1">
                <a:solidFill>
                  <a:srgbClr val="DA5E8B"/>
                </a:solidFill>
                <a:latin typeface="Andale Mono" panose="020B0509000000000004" pitchFamily="49" charset="0"/>
              </a:rPr>
              <a:t>а</a:t>
            </a:r>
            <a:r>
              <a:rPr lang="ru-RU" sz="4800" b="1" dirty="0" err="1">
                <a:solidFill>
                  <a:srgbClr val="65A0C4"/>
                </a:solidFill>
                <a:latin typeface="Andale Mono" panose="020B0509000000000004" pitchFamily="49" charset="0"/>
              </a:rPr>
              <a:t>н</a:t>
            </a:r>
            <a:r>
              <a:rPr lang="ru-RU" sz="4800" b="1" dirty="0" err="1">
                <a:solidFill>
                  <a:srgbClr val="86C18B"/>
                </a:solidFill>
                <a:latin typeface="Andale Mono" panose="020B0509000000000004" pitchFamily="49" charset="0"/>
              </a:rPr>
              <a:t>и</a:t>
            </a:r>
            <a:r>
              <a:rPr lang="ru-RU" sz="4800" b="1" dirty="0" err="1">
                <a:solidFill>
                  <a:srgbClr val="EFDA45"/>
                </a:solidFill>
                <a:latin typeface="Andale Mono" panose="020B0509000000000004" pitchFamily="49" charset="0"/>
              </a:rPr>
              <a:t>е</a:t>
            </a:r>
            <a:r>
              <a:rPr lang="ru-RU" sz="4800" b="1" dirty="0">
                <a:latin typeface="Andale Mono" panose="020B0509000000000004" pitchFamily="49" charset="0"/>
              </a:rPr>
              <a:t> </a:t>
            </a:r>
            <a:r>
              <a:rPr lang="ru-RU" sz="4800" b="1" dirty="0">
                <a:solidFill>
                  <a:srgbClr val="DA5E8B"/>
                </a:solidFill>
                <a:latin typeface="Andale Mono" panose="020B0509000000000004" pitchFamily="49" charset="0"/>
              </a:rPr>
              <a:t>к</a:t>
            </a:r>
            <a:r>
              <a:rPr lang="ru-RU" sz="4800" b="1" dirty="0">
                <a:solidFill>
                  <a:srgbClr val="86C18B"/>
                </a:solidFill>
                <a:latin typeface="Andale Mono" panose="020B0509000000000004" pitchFamily="49" charset="0"/>
              </a:rPr>
              <a:t>о</a:t>
            </a:r>
            <a:r>
              <a:rPr lang="ru-RU" sz="4800" b="1" dirty="0">
                <a:solidFill>
                  <a:srgbClr val="DA5E8B"/>
                </a:solidFill>
                <a:latin typeface="Andale Mono" panose="020B0509000000000004" pitchFamily="49" charset="0"/>
              </a:rPr>
              <a:t>м</a:t>
            </a:r>
            <a:r>
              <a:rPr lang="ru-RU" sz="4800" b="1" dirty="0">
                <a:solidFill>
                  <a:srgbClr val="65A0C4"/>
                </a:solidFill>
                <a:latin typeface="Andale Mono" panose="020B0509000000000004" pitchFamily="49" charset="0"/>
              </a:rPr>
              <a:t>а</a:t>
            </a:r>
            <a:r>
              <a:rPr lang="ru-RU" sz="4800" b="1" dirty="0">
                <a:solidFill>
                  <a:srgbClr val="EFDA45"/>
                </a:solidFill>
                <a:latin typeface="Andale Mono" panose="020B0509000000000004" pitchFamily="49" charset="0"/>
              </a:rPr>
              <a:t>н</a:t>
            </a:r>
            <a:r>
              <a:rPr lang="ru-RU" sz="4800" b="1" dirty="0">
                <a:solidFill>
                  <a:srgbClr val="DA5E8B"/>
                </a:solidFill>
                <a:latin typeface="Andale Mono" panose="020B0509000000000004" pitchFamily="49" charset="0"/>
              </a:rPr>
              <a:t>д</a:t>
            </a:r>
            <a:r>
              <a:rPr lang="ru-RU" sz="4800" b="1" dirty="0">
                <a:solidFill>
                  <a:srgbClr val="65A0C4"/>
                </a:solidFill>
                <a:latin typeface="Andale Mono" panose="020B0509000000000004" pitchFamily="49" charset="0"/>
              </a:rPr>
              <a:t>ы😎</a:t>
            </a:r>
            <a:r>
              <a:rPr lang="ru-RU" sz="4800" b="1" dirty="0">
                <a:latin typeface="Andale Mono" panose="020B0509000000000004" pitchFamily="49" charset="0"/>
              </a:rPr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6E335F-BDA9-2DC8-91D6-64FE50CC7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8753"/>
            <a:ext cx="9144000" cy="1655762"/>
          </a:xfrm>
        </p:spPr>
        <p:txBody>
          <a:bodyPr/>
          <a:lstStyle/>
          <a:p>
            <a:r>
              <a:rPr lang="ru-RU" dirty="0" err="1">
                <a:latin typeface="Andale Mono" panose="020B0509000000000004" pitchFamily="49" charset="0"/>
              </a:rPr>
              <a:t>Учанева</a:t>
            </a:r>
            <a:r>
              <a:rPr lang="ru-RU" dirty="0">
                <a:latin typeface="Andale Mono" panose="020B0509000000000004" pitchFamily="49" charset="0"/>
              </a:rPr>
              <a:t> Анна, Горбунова Катя, Тимофей Ландышев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264C9-5B66-32D7-4B29-E41F3C8B3F82}"/>
              </a:ext>
            </a:extLst>
          </p:cNvPr>
          <p:cNvSpPr txBox="1"/>
          <p:nvPr/>
        </p:nvSpPr>
        <p:spPr>
          <a:xfrm>
            <a:off x="1864893" y="515767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effectLst/>
                <a:latin typeface="Andale Mono" panose="020B0509000000000004" pitchFamily="49" charset="0"/>
              </a:rPr>
              <a:t>художник/программист</a:t>
            </a:r>
            <a:endParaRPr lang="ru-RU" sz="1400" dirty="0">
              <a:latin typeface="Andale Mono" panose="020B050900000000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B64C6-C57F-CD52-B197-F38367A64C09}"/>
              </a:ext>
            </a:extLst>
          </p:cNvPr>
          <p:cNvSpPr txBox="1"/>
          <p:nvPr/>
        </p:nvSpPr>
        <p:spPr>
          <a:xfrm>
            <a:off x="4572803" y="51465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Andale Mono" panose="020B0509000000000004" pitchFamily="49" charset="0"/>
              </a:rPr>
              <a:t>аналитик</a:t>
            </a:r>
            <a:r>
              <a:rPr lang="ru-RU" sz="1400" i="0" dirty="0">
                <a:effectLst/>
                <a:latin typeface="Andale Mono" panose="020B0509000000000004" pitchFamily="49" charset="0"/>
              </a:rPr>
              <a:t>/программист</a:t>
            </a:r>
            <a:endParaRPr lang="ru-RU" sz="1400" dirty="0">
              <a:latin typeface="Andale Mono" panose="020B050900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0F089-8159-9962-F832-5D2C61A9BB98}"/>
              </a:ext>
            </a:extLst>
          </p:cNvPr>
          <p:cNvSpPr txBox="1"/>
          <p:nvPr/>
        </p:nvSpPr>
        <p:spPr>
          <a:xfrm>
            <a:off x="7619198" y="515767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Andale Mono" panose="020B0509000000000004" pitchFamily="49" charset="0"/>
              </a:rPr>
              <a:t>дизайнер</a:t>
            </a:r>
            <a:r>
              <a:rPr lang="ru-RU" sz="1400" i="0" dirty="0">
                <a:effectLst/>
                <a:latin typeface="Andale Mono" panose="020B0509000000000004" pitchFamily="49" charset="0"/>
              </a:rPr>
              <a:t>/программист</a:t>
            </a:r>
            <a:endParaRPr lang="ru-RU" sz="1400" dirty="0">
              <a:latin typeface="Andale Mono" panose="020B05090000000000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A85FCAD-A607-45F8-6F5E-22676714D0A0}"/>
              </a:ext>
            </a:extLst>
          </p:cNvPr>
          <p:cNvSpPr txBox="1">
            <a:spLocks/>
          </p:cNvSpPr>
          <p:nvPr/>
        </p:nvSpPr>
        <p:spPr>
          <a:xfrm>
            <a:off x="627704" y="816938"/>
            <a:ext cx="1050116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latin typeface="Andale Mono" panose="020B0509000000000004" pitchFamily="49" charset="0"/>
              </a:rPr>
              <a:t>Игра: </a:t>
            </a:r>
            <a:r>
              <a:rPr lang="ru-RU" sz="4800" b="1" dirty="0">
                <a:solidFill>
                  <a:srgbClr val="65A0C4"/>
                </a:solidFill>
                <a:latin typeface="Andale Mono" panose="020B0509000000000004" pitchFamily="49" charset="0"/>
              </a:rPr>
              <a:t>з</a:t>
            </a:r>
            <a:r>
              <a:rPr lang="ru-RU" sz="4800" b="1" dirty="0">
                <a:solidFill>
                  <a:srgbClr val="86C18B"/>
                </a:solidFill>
                <a:latin typeface="Andale Mono" panose="020B0509000000000004" pitchFamily="49" charset="0"/>
              </a:rPr>
              <a:t>в</a:t>
            </a:r>
            <a:r>
              <a:rPr lang="ru-RU" sz="4800" b="1" dirty="0">
                <a:solidFill>
                  <a:srgbClr val="DA5E8B"/>
                </a:solidFill>
                <a:latin typeface="Andale Mono" panose="020B0509000000000004" pitchFamily="49" charset="0"/>
              </a:rPr>
              <a:t>е</a:t>
            </a:r>
            <a:r>
              <a:rPr lang="ru-RU" sz="4800" b="1" dirty="0">
                <a:solidFill>
                  <a:srgbClr val="65A0C4"/>
                </a:solidFill>
                <a:latin typeface="Andale Mono" panose="020B0509000000000004" pitchFamily="49" charset="0"/>
              </a:rPr>
              <a:t>з</a:t>
            </a:r>
            <a:r>
              <a:rPr lang="ru-RU" sz="4800" b="1" dirty="0">
                <a:solidFill>
                  <a:srgbClr val="86C18B"/>
                </a:solidFill>
                <a:latin typeface="Andale Mono" panose="020B0509000000000004" pitchFamily="49" charset="0"/>
              </a:rPr>
              <a:t>д</a:t>
            </a:r>
            <a:r>
              <a:rPr lang="ru-RU" sz="4800" b="1" dirty="0">
                <a:solidFill>
                  <a:srgbClr val="EFDA45"/>
                </a:solidFill>
                <a:latin typeface="Andale Mono" panose="020B0509000000000004" pitchFamily="49" charset="0"/>
              </a:rPr>
              <a:t>ы</a:t>
            </a:r>
            <a:r>
              <a:rPr lang="ru-RU" dirty="0"/>
              <a:t>⭐</a:t>
            </a:r>
            <a:r>
              <a:rPr lang="en-US" sz="1800" dirty="0"/>
              <a:t>(</a:t>
            </a:r>
            <a:r>
              <a:rPr lang="en-US" sz="1800" dirty="0" err="1"/>
              <a:t>wip</a:t>
            </a:r>
            <a:r>
              <a:rPr lang="en-US" sz="1800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660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319B3F-6A20-38BF-8650-7F1364AA5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368" y="1820562"/>
            <a:ext cx="5037437" cy="503743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D7ADA-0AF5-EC33-FB90-3E4B103A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65A0C4"/>
                </a:solidFill>
                <a:latin typeface="Andale Mono" panose="020B0509000000000004" pitchFamily="49" charset="0"/>
              </a:rPr>
              <a:t>З</a:t>
            </a:r>
            <a:r>
              <a:rPr lang="ru-RU" b="1" dirty="0">
                <a:solidFill>
                  <a:srgbClr val="EFDA45"/>
                </a:solidFill>
                <a:latin typeface="Andale Mono" panose="020B0509000000000004" pitchFamily="49" charset="0"/>
              </a:rPr>
              <a:t>а</a:t>
            </a:r>
            <a:r>
              <a:rPr lang="ru-RU" b="1" dirty="0">
                <a:solidFill>
                  <a:srgbClr val="DA5E8B"/>
                </a:solidFill>
                <a:latin typeface="Andale Mono" panose="020B0509000000000004" pitchFamily="49" charset="0"/>
              </a:rPr>
              <a:t>в</a:t>
            </a:r>
            <a:r>
              <a:rPr lang="ru-RU" b="1" dirty="0">
                <a:solidFill>
                  <a:srgbClr val="86C18B"/>
                </a:solidFill>
                <a:latin typeface="Andale Mono" panose="020B0509000000000004" pitchFamily="49" charset="0"/>
              </a:rPr>
              <a:t>я</a:t>
            </a:r>
            <a:r>
              <a:rPr lang="ru-RU" b="1" dirty="0">
                <a:solidFill>
                  <a:srgbClr val="65A0C4"/>
                </a:solidFill>
                <a:latin typeface="Andale Mono" panose="020B0509000000000004" pitchFamily="49" charset="0"/>
              </a:rPr>
              <a:t>з</a:t>
            </a:r>
            <a:r>
              <a:rPr lang="ru-RU" b="1" dirty="0">
                <a:solidFill>
                  <a:srgbClr val="EFDA45"/>
                </a:solidFill>
                <a:latin typeface="Andale Mono" panose="020B0509000000000004" pitchFamily="49" charset="0"/>
              </a:rPr>
              <a:t>к</a:t>
            </a:r>
            <a:r>
              <a:rPr lang="ru-RU" b="1" dirty="0">
                <a:solidFill>
                  <a:srgbClr val="DA5E8B"/>
                </a:solidFill>
                <a:latin typeface="Andale Mono" panose="020B0509000000000004" pitchFamily="49" charset="0"/>
              </a:rPr>
              <a:t>а</a:t>
            </a:r>
            <a:endParaRPr lang="ru-RU" b="1" dirty="0">
              <a:solidFill>
                <a:srgbClr val="86C18B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FFCFB2-C5C4-107E-519D-8BFCBBB9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303"/>
            <a:ext cx="10515600" cy="1325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Andale Mono" panose="020B0509000000000004" pitchFamily="49" charset="0"/>
              </a:rPr>
              <a:t>4 разноцветных звезды путешествуют по загадочным красочным мирам, которые однажды потеряли свою целостность. Их задача пройти каждый из миров и восстановить баланс вселенной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C374A9D-2C41-76B1-0CFB-7E853BEFE7B6}"/>
              </a:ext>
            </a:extLst>
          </p:cNvPr>
          <p:cNvSpPr/>
          <p:nvPr/>
        </p:nvSpPr>
        <p:spPr>
          <a:xfrm>
            <a:off x="0" y="6005384"/>
            <a:ext cx="3476368" cy="85261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49F3B4-1371-6610-6587-DD173CB4F925}"/>
              </a:ext>
            </a:extLst>
          </p:cNvPr>
          <p:cNvSpPr/>
          <p:nvPr/>
        </p:nvSpPr>
        <p:spPr>
          <a:xfrm>
            <a:off x="8513804" y="6005383"/>
            <a:ext cx="3678195" cy="85261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24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CB2B6C-A797-8F2E-3346-288952DD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119" y="4119"/>
            <a:ext cx="6853881" cy="68538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2BDF0-1925-2C8D-834A-C59EACF4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Г</a:t>
            </a:r>
            <a:r>
              <a:rPr lang="ru-RU" sz="4000" b="1" dirty="0">
                <a:solidFill>
                  <a:srgbClr val="65A0C4"/>
                </a:solidFill>
                <a:latin typeface="Andale Mono" panose="020B0509000000000004" pitchFamily="49" charset="0"/>
              </a:rPr>
              <a:t>е</a:t>
            </a:r>
            <a:r>
              <a:rPr lang="ru-RU" sz="4000" b="1" dirty="0">
                <a:solidFill>
                  <a:srgbClr val="EFDA45"/>
                </a:solidFill>
                <a:latin typeface="Andale Mono" panose="020B0509000000000004" pitchFamily="49" charset="0"/>
              </a:rPr>
              <a:t>й</a:t>
            </a:r>
            <a:r>
              <a:rPr lang="ru-RU" sz="4000" b="1" dirty="0">
                <a:solidFill>
                  <a:srgbClr val="65A0C4"/>
                </a:solidFill>
                <a:latin typeface="Andale Mono" panose="020B0509000000000004" pitchFamily="49" charset="0"/>
              </a:rPr>
              <a:t>м</a:t>
            </a:r>
            <a:r>
              <a:rPr lang="ru-RU" sz="4000" b="1" dirty="0">
                <a:solidFill>
                  <a:srgbClr val="86C18B"/>
                </a:solidFill>
                <a:latin typeface="Andale Mono" panose="020B0509000000000004" pitchFamily="49" charset="0"/>
              </a:rPr>
              <a:t>п</a:t>
            </a:r>
            <a:r>
              <a:rPr lang="ru-RU" sz="4000" b="1" dirty="0">
                <a:solidFill>
                  <a:srgbClr val="65A0C4"/>
                </a:solidFill>
                <a:latin typeface="Andale Mono" panose="020B0509000000000004" pitchFamily="49" charset="0"/>
              </a:rPr>
              <a:t>л</a:t>
            </a:r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е</a:t>
            </a:r>
            <a:r>
              <a:rPr lang="ru-RU" sz="4000" b="1" dirty="0">
                <a:solidFill>
                  <a:srgbClr val="EFDA45"/>
                </a:solidFill>
                <a:latin typeface="Andale Mono" panose="020B0509000000000004" pitchFamily="49" charset="0"/>
              </a:rPr>
              <a:t>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D932F-E9F7-2FBF-C195-1E9FE81E6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86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Andale Mono" panose="020B0509000000000004" pitchFamily="49" charset="0"/>
              </a:rPr>
              <a:t>Игра - кооперативный </a:t>
            </a:r>
            <a:r>
              <a:rPr lang="ru-RU" sz="2000" dirty="0" err="1">
                <a:latin typeface="Andale Mono" panose="020B0509000000000004" pitchFamily="49" charset="0"/>
              </a:rPr>
              <a:t>платформер</a:t>
            </a:r>
            <a:r>
              <a:rPr lang="ru-RU" sz="2000" dirty="0">
                <a:latin typeface="Andale Mono" panose="020B0509000000000004" pitchFamily="49" charset="0"/>
              </a:rPr>
              <a:t> </a:t>
            </a:r>
            <a:br>
              <a:rPr lang="ru-RU" sz="2000" dirty="0">
                <a:latin typeface="Andale Mono" panose="020B0509000000000004" pitchFamily="49" charset="0"/>
              </a:rPr>
            </a:br>
            <a:r>
              <a:rPr lang="ru-RU" sz="2000" dirty="0">
                <a:latin typeface="Andale Mono" panose="020B0509000000000004" pitchFamily="49" charset="0"/>
              </a:rPr>
              <a:t>Каждая из звезд разного цвета и может взаимодействовать только с объектами совпадающими по цвету. Испытания построены так, что без помощи товарища их не пройти</a:t>
            </a:r>
          </a:p>
        </p:txBody>
      </p:sp>
    </p:spTree>
    <p:extLst>
      <p:ext uri="{BB962C8B-B14F-4D97-AF65-F5344CB8AC3E}">
        <p14:creationId xmlns:p14="http://schemas.microsoft.com/office/powerpoint/2010/main" val="71174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49D15-3D6B-5F05-169F-AC720EC1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DA5E8B"/>
                </a:solidFill>
                <a:latin typeface="Andale Mono" panose="020B0509000000000004" pitchFamily="49" charset="0"/>
              </a:rPr>
              <a:t>А</a:t>
            </a:r>
            <a:r>
              <a:rPr lang="ru-RU" sz="3600" b="1" dirty="0">
                <a:solidFill>
                  <a:srgbClr val="65A0C4"/>
                </a:solidFill>
                <a:latin typeface="Andale Mono" panose="020B0509000000000004" pitchFamily="49" charset="0"/>
              </a:rPr>
              <a:t>к</a:t>
            </a:r>
            <a:r>
              <a:rPr lang="ru-RU" sz="3600" b="1" dirty="0">
                <a:solidFill>
                  <a:srgbClr val="86C18B"/>
                </a:solidFill>
                <a:latin typeface="Andale Mono" panose="020B0509000000000004" pitchFamily="49" charset="0"/>
              </a:rPr>
              <a:t>т</a:t>
            </a:r>
            <a:r>
              <a:rPr lang="ru-RU" sz="3600" b="1" dirty="0">
                <a:solidFill>
                  <a:srgbClr val="EFDA45"/>
                </a:solidFill>
                <a:latin typeface="Andale Mono" panose="020B0509000000000004" pitchFamily="49" charset="0"/>
              </a:rPr>
              <a:t>у</a:t>
            </a:r>
            <a:r>
              <a:rPr lang="ru-RU" sz="3600" b="1" dirty="0">
                <a:solidFill>
                  <a:srgbClr val="DA5E8B"/>
                </a:solidFill>
                <a:latin typeface="Andale Mono" panose="020B0509000000000004" pitchFamily="49" charset="0"/>
              </a:rPr>
              <a:t>а</a:t>
            </a:r>
            <a:r>
              <a:rPr lang="ru-RU" sz="3600" b="1" dirty="0">
                <a:solidFill>
                  <a:srgbClr val="65A0C4"/>
                </a:solidFill>
                <a:latin typeface="Andale Mono" panose="020B0509000000000004" pitchFamily="49" charset="0"/>
              </a:rPr>
              <a:t>л</a:t>
            </a:r>
            <a:r>
              <a:rPr lang="ru-RU" sz="3600" b="1" dirty="0">
                <a:solidFill>
                  <a:srgbClr val="86C18B"/>
                </a:solidFill>
                <a:latin typeface="Andale Mono" panose="020B0509000000000004" pitchFamily="49" charset="0"/>
              </a:rPr>
              <a:t>ь</a:t>
            </a:r>
            <a:r>
              <a:rPr lang="ru-RU" sz="3600" b="1" dirty="0">
                <a:solidFill>
                  <a:srgbClr val="EFDA45"/>
                </a:solidFill>
                <a:latin typeface="Andale Mono" panose="020B0509000000000004" pitchFamily="49" charset="0"/>
              </a:rPr>
              <a:t>н</a:t>
            </a:r>
            <a:r>
              <a:rPr lang="ru-RU" sz="3600" b="1" dirty="0">
                <a:solidFill>
                  <a:srgbClr val="DA5E8B"/>
                </a:solidFill>
                <a:latin typeface="Andale Mono" panose="020B0509000000000004" pitchFamily="49" charset="0"/>
              </a:rPr>
              <a:t>о</a:t>
            </a:r>
            <a:r>
              <a:rPr lang="ru-RU" sz="3600" b="1" dirty="0">
                <a:solidFill>
                  <a:srgbClr val="65A0C4"/>
                </a:solidFill>
                <a:latin typeface="Andale Mono" panose="020B0509000000000004" pitchFamily="49" charset="0"/>
              </a:rPr>
              <a:t>с</a:t>
            </a:r>
            <a:r>
              <a:rPr lang="ru-RU" sz="3600" b="1" dirty="0">
                <a:solidFill>
                  <a:srgbClr val="EFDA45"/>
                </a:solidFill>
                <a:latin typeface="Andale Mono" panose="020B0509000000000004" pitchFamily="49" charset="0"/>
              </a:rPr>
              <a:t>т</a:t>
            </a:r>
            <a:r>
              <a:rPr lang="ru-RU" sz="3600" b="1" dirty="0">
                <a:solidFill>
                  <a:srgbClr val="65A0C4"/>
                </a:solidFill>
                <a:latin typeface="Andale Mono" panose="020B0509000000000004" pitchFamily="49" charset="0"/>
              </a:rPr>
              <a:t>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9249A9-948F-DB70-B2F0-BF18D297F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82589"/>
            <a:ext cx="3816096" cy="36943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Andale Mono" panose="020B0509000000000004" pitchFamily="49" charset="0"/>
              </a:rPr>
              <a:t>Сейчас широко популярны игры на двоих, кооперативные игры</a:t>
            </a:r>
            <a:endParaRPr lang="en-US" sz="2000" dirty="0">
              <a:latin typeface="Andale Mono" panose="020B0509000000000004" pitchFamily="49" charset="0"/>
            </a:endParaRPr>
          </a:p>
          <a:p>
            <a:pPr marL="0" indent="0" algn="just">
              <a:buNone/>
            </a:pPr>
            <a:br>
              <a:rPr lang="ru-RU" sz="2000" dirty="0">
                <a:latin typeface="Andale Mono" panose="020B0509000000000004" pitchFamily="49" charset="0"/>
              </a:rPr>
            </a:br>
            <a:r>
              <a:rPr lang="ru-RU" sz="2000" dirty="0">
                <a:latin typeface="Andale Mono" panose="020B0509000000000004" pitchFamily="49" charset="0"/>
              </a:rPr>
              <a:t>Вдохновение: </a:t>
            </a: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-Pico park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-Bread &amp; Fred</a:t>
            </a:r>
            <a:endParaRPr lang="ru-RU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CACC0C-00A7-7735-ADC1-3777D4E3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78" r="9" b="9"/>
          <a:stretch>
            <a:fillRect/>
          </a:stretch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3EBE3B6-F609-C0B5-BA1F-B61DA8452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0" b="2356"/>
          <a:stretch>
            <a:fillRect/>
          </a:stretch>
        </p:blipFill>
        <p:spPr bwMode="auto"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0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6E62-8926-0C68-7B6E-9EC326A3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П</a:t>
            </a:r>
            <a:r>
              <a:rPr lang="ru-RU" sz="4000" b="1" dirty="0">
                <a:solidFill>
                  <a:srgbClr val="86C18B"/>
                </a:solidFill>
                <a:latin typeface="Andale Mono" panose="020B0509000000000004" pitchFamily="49" charset="0"/>
              </a:rPr>
              <a:t>р</a:t>
            </a:r>
            <a:r>
              <a:rPr lang="ru-RU" sz="4000" b="1" dirty="0">
                <a:solidFill>
                  <a:srgbClr val="65A0C4"/>
                </a:solidFill>
                <a:latin typeface="Andale Mono" panose="020B0509000000000004" pitchFamily="49" charset="0"/>
              </a:rPr>
              <a:t>и</a:t>
            </a:r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м</a:t>
            </a:r>
            <a:r>
              <a:rPr lang="ru-RU" sz="4000" b="1" dirty="0">
                <a:solidFill>
                  <a:srgbClr val="65A0C4"/>
                </a:solidFill>
                <a:latin typeface="Andale Mono" panose="020B0509000000000004" pitchFamily="49" charset="0"/>
              </a:rPr>
              <a:t>е</a:t>
            </a:r>
            <a:r>
              <a:rPr lang="ru-RU" sz="4000" b="1" dirty="0">
                <a:solidFill>
                  <a:srgbClr val="EFDA45"/>
                </a:solidFill>
                <a:latin typeface="Andale Mono" panose="020B0509000000000004" pitchFamily="49" charset="0"/>
              </a:rPr>
              <a:t>р</a:t>
            </a:r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ы</a:t>
            </a:r>
            <a:r>
              <a:rPr lang="ru-RU" sz="4000" b="1" dirty="0">
                <a:latin typeface="Andale Mono" panose="020B0509000000000004" pitchFamily="49" charset="0"/>
              </a:rPr>
              <a:t> </a:t>
            </a:r>
            <a:r>
              <a:rPr lang="ru-RU" sz="4000" b="1" dirty="0">
                <a:solidFill>
                  <a:srgbClr val="86C18B"/>
                </a:solidFill>
                <a:latin typeface="Andale Mono" panose="020B0509000000000004" pitchFamily="49" charset="0"/>
              </a:rPr>
              <a:t>м</a:t>
            </a:r>
            <a:r>
              <a:rPr lang="ru-RU" sz="4000" b="1" dirty="0">
                <a:solidFill>
                  <a:srgbClr val="65A0C4"/>
                </a:solidFill>
                <a:latin typeface="Andale Mono" panose="020B0509000000000004" pitchFamily="49" charset="0"/>
              </a:rPr>
              <a:t>е</a:t>
            </a:r>
            <a:r>
              <a:rPr lang="ru-RU" sz="4000" b="1" dirty="0">
                <a:solidFill>
                  <a:srgbClr val="86C18B"/>
                </a:solidFill>
                <a:latin typeface="Andale Mono" panose="020B0509000000000004" pitchFamily="49" charset="0"/>
              </a:rPr>
              <a:t>х</a:t>
            </a:r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а</a:t>
            </a:r>
            <a:r>
              <a:rPr lang="ru-RU" sz="4000" b="1" dirty="0">
                <a:solidFill>
                  <a:srgbClr val="86C18B"/>
                </a:solidFill>
                <a:latin typeface="Andale Mono" panose="020B0509000000000004" pitchFamily="49" charset="0"/>
              </a:rPr>
              <a:t>н</a:t>
            </a:r>
            <a:r>
              <a:rPr lang="ru-RU" sz="4000" b="1" dirty="0">
                <a:solidFill>
                  <a:srgbClr val="DA5E8B"/>
                </a:solidFill>
                <a:latin typeface="Andale Mono" panose="020B0509000000000004" pitchFamily="49" charset="0"/>
              </a:rPr>
              <a:t>и</a:t>
            </a:r>
            <a:r>
              <a:rPr lang="ru-RU" sz="4000" b="1" dirty="0">
                <a:solidFill>
                  <a:srgbClr val="EFDA45"/>
                </a:solidFill>
                <a:latin typeface="Andale Mono" panose="020B0509000000000004" pitchFamily="49" charset="0"/>
              </a:rPr>
              <a:t>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C2747E8-9500-D8BF-45E8-91F0B7158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343" y="2394856"/>
            <a:ext cx="3741009" cy="3741009"/>
          </a:xfrm>
          <a:ln>
            <a:solidFill>
              <a:srgbClr val="86C18B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67B700-991D-5E7D-5C87-605C3E486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496" y="2394855"/>
            <a:ext cx="3741009" cy="3741009"/>
          </a:xfrm>
          <a:prstGeom prst="rect">
            <a:avLst/>
          </a:prstGeom>
          <a:ln>
            <a:solidFill>
              <a:srgbClr val="DA5E8B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783124-30AC-D73A-941E-045C97432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650" y="2394855"/>
            <a:ext cx="3741009" cy="3741009"/>
          </a:xfrm>
          <a:prstGeom prst="rect">
            <a:avLst/>
          </a:prstGeom>
          <a:ln>
            <a:solidFill>
              <a:srgbClr val="65A0C4"/>
            </a:solidFill>
          </a:ln>
        </p:spPr>
      </p:pic>
    </p:spTree>
    <p:extLst>
      <p:ext uri="{BB962C8B-B14F-4D97-AF65-F5344CB8AC3E}">
        <p14:creationId xmlns:p14="http://schemas.microsoft.com/office/powerpoint/2010/main" val="387798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B95E-C0F6-6180-A11B-5B7CB1DA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7A5678-C74F-F8F8-66B8-10DFEAFA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368" y="1820562"/>
            <a:ext cx="5037437" cy="503743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2198C-6661-866B-464D-483DE977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65A0C4"/>
                </a:solidFill>
                <a:latin typeface="Andale Mono" panose="020B0509000000000004" pitchFamily="49" charset="0"/>
              </a:rPr>
              <a:t>П</a:t>
            </a:r>
            <a:r>
              <a:rPr lang="ru-RU" b="1" dirty="0">
                <a:solidFill>
                  <a:srgbClr val="EFDA45"/>
                </a:solidFill>
                <a:latin typeface="Andale Mono" panose="020B0509000000000004" pitchFamily="49" charset="0"/>
              </a:rPr>
              <a:t>л</a:t>
            </a:r>
            <a:r>
              <a:rPr lang="ru-RU" b="1" dirty="0">
                <a:solidFill>
                  <a:srgbClr val="DA5E8B"/>
                </a:solidFill>
                <a:latin typeface="Andale Mono" panose="020B0509000000000004" pitchFamily="49" charset="0"/>
              </a:rPr>
              <a:t>а</a:t>
            </a:r>
            <a:r>
              <a:rPr lang="ru-RU" b="1" dirty="0">
                <a:solidFill>
                  <a:srgbClr val="86C18B"/>
                </a:solidFill>
                <a:latin typeface="Andale Mono" panose="020B0509000000000004" pitchFamily="49" charset="0"/>
              </a:rPr>
              <a:t>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EB8446-16F2-C0D3-AD53-55A5A0420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303"/>
            <a:ext cx="10515600" cy="1325563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ru-RU" sz="2400" dirty="0">
                <a:latin typeface="Andale Mono" panose="020B0509000000000004" pitchFamily="49" charset="0"/>
              </a:rPr>
              <a:t>Формирование физической модели окружения и игроков</a:t>
            </a:r>
          </a:p>
          <a:p>
            <a:pPr>
              <a:buFontTx/>
              <a:buChar char="-"/>
            </a:pPr>
            <a:r>
              <a:rPr lang="ru-RU" sz="2400" dirty="0">
                <a:latin typeface="Andale Mono" panose="020B0509000000000004" pitchFamily="49" charset="0"/>
              </a:rPr>
              <a:t>Прототипирование способностей игроков</a:t>
            </a:r>
          </a:p>
          <a:p>
            <a:pPr>
              <a:buFontTx/>
              <a:buChar char="-"/>
            </a:pPr>
            <a:r>
              <a:rPr lang="ru-RU" sz="2400" dirty="0">
                <a:latin typeface="Andale Mono" panose="020B0509000000000004" pitchFamily="49" charset="0"/>
              </a:rPr>
              <a:t>Генерация идей уровней.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0AA539-7FEB-9E78-EE4C-80BB59C31FB6}"/>
              </a:ext>
            </a:extLst>
          </p:cNvPr>
          <p:cNvSpPr/>
          <p:nvPr/>
        </p:nvSpPr>
        <p:spPr>
          <a:xfrm>
            <a:off x="0" y="6005384"/>
            <a:ext cx="3476368" cy="85261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8A8D61-4B1C-F06C-965C-A72B601A71F7}"/>
              </a:ext>
            </a:extLst>
          </p:cNvPr>
          <p:cNvSpPr/>
          <p:nvPr/>
        </p:nvSpPr>
        <p:spPr>
          <a:xfrm>
            <a:off x="8513804" y="6005383"/>
            <a:ext cx="3678195" cy="85261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1146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123</Words>
  <Application>Microsoft Office PowerPoint</Application>
  <PresentationFormat>Широкоэкранный</PresentationFormat>
  <Paragraphs>20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Andale Mono</vt:lpstr>
      <vt:lpstr>Arial</vt:lpstr>
      <vt:lpstr>Calibri</vt:lpstr>
      <vt:lpstr>Calibri Light</vt:lpstr>
      <vt:lpstr>Тема Office</vt:lpstr>
      <vt:lpstr>Команда:название команды😎 </vt:lpstr>
      <vt:lpstr>Завязка</vt:lpstr>
      <vt:lpstr>Геймплей</vt:lpstr>
      <vt:lpstr>Актуальность</vt:lpstr>
      <vt:lpstr>Примеры механик</vt:lpstr>
      <vt:lpstr>План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Команда:название команды</dc:title>
  <dc:creator>Ekaterina Gorbunova</dc:creator>
  <cp:lastModifiedBy>Ландышев-Шиляев Тимофей Васильевич</cp:lastModifiedBy>
  <cp:revision>5</cp:revision>
  <dcterms:created xsi:type="dcterms:W3CDTF">2026-03-04T12:03:37Z</dcterms:created>
  <dcterms:modified xsi:type="dcterms:W3CDTF">2026-03-04T14:18:11Z</dcterms:modified>
</cp:coreProperties>
</file>